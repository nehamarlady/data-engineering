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79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</a:rPr>
              <a:t>Portland State University  |  CS536 Data Engineering  |  Spring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TriMet Bus Data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BEAFE"/>
                </a:solidFill>
              </a:rPr>
              <a:t>Real-Time GPS &amp; Passenger Data Collection, Processing &amp; Visualization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Team This &amp; That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Vinodh Raju  |  Neha Marlady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</a:rPr>
              <a:t>Professor: Bruce Irvin  |  TA: Arpita </a:t>
            </a:r>
            <a:r>
              <a:rPr lang="en-US" sz="1300" dirty="0" err="1">
                <a:solidFill>
                  <a:srgbClr val="DBEAFE"/>
                </a:solidFill>
              </a:rPr>
              <a:t>Palakshappa</a:t>
            </a:r>
            <a:r>
              <a:rPr lang="en-US" sz="1300" dirty="0">
                <a:solidFill>
                  <a:srgbClr val="DBEAFE"/>
                </a:solidFill>
              </a:rPr>
              <a:t> </a:t>
            </a:r>
            <a:r>
              <a:rPr lang="en-US" sz="1300" dirty="0" err="1">
                <a:solidFill>
                  <a:srgbClr val="DBEAFE"/>
                </a:solidFill>
              </a:rPr>
              <a:t>Mudegoudar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TriMet?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TriMet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Portland's public transit agency serving the greater Portland metropolitan area with buses, light rail (MAX), and commuter rail (WES).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22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BreadCrumbs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GPS location data recorded every few seconds from each bus. Contains latitude, longitude, speed, and timestamp — tracking exact bus positions.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822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Stop Events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Passenger data recorded at each bus stop. Contains boardings (ons), alightings (offs), dwell time, and on-time status for every stop.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Vinodh Raju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82880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TriMet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busdata.cs.pdx.edu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222 vehicles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Shazam group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600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9144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914400"/>
            <a:ext cx="18288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Publisher VM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280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us-west1 Oregon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publisher.py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se_publisher.py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Cron: 2:10 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914400"/>
            <a:ext cx="18288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Pub/Sub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bc_topic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se_topic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analysis_sub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backup_sub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se_analysis_sub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se_backup_sub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600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91440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914400"/>
            <a:ext cx="18288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 VM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12801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europe-west1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analysis.py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se_analysis.py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PostgreSQL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breadcrumbs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28600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9260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Backup VM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asia-east1 Taiwan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backup.py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se_backup.py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.gz files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VMs start 1:45 AM — stop 3:00 AM (automated schedule)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Vinodh Raju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914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3A5C"/>
                </a:solidFill>
              </a:rPr>
              <a:t>47.6M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BreadCrumb Records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47,671,016 total stored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91440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</a:rPr>
              <a:t>1.4M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StopEvent Records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1,402,735 total stored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9144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891B2"/>
                </a:solidFill>
              </a:rPr>
              <a:t>~750K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Daily BreadCrumbs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Avg weekday pipeline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834640"/>
            <a:ext cx="91440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7316"/>
                </a:solidFill>
              </a:rPr>
              <a:t>~90K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80060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Daily StopEvents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Avg weekday pipeline run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Total Database Size: 3.7 GB  |  BreadCrumb: 3.4 GB  |  StopEvent: 267 MB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Neha Marlady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</a:rPr>
              <a:t>Visualization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Route 20 — Busiest Stops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BEAFE"/>
                </a:solidFill>
              </a:rPr>
              <a:t>Which stops along Portland's busiest route have the most passenger boardings?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8046720" cy="2103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SQL 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bc.trip_id, SUM(se.ons) as total_ons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breadcrumb bc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stopevent se ON bc.trip_id = se.trip_number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se.route_number = 20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total_ons DESC LIMIT 1;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Neha Marlady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Route 20 — Stops Sized by Boardings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73152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</a:rPr>
              <a:t>393,472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Total Boardings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822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131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Stops Plotted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7724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822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Beaverton → Gresham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Route Corridor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2103120"/>
            <a:ext cx="2944368" cy="2677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Route 20 runs from </a:t>
            </a:r>
            <a:r>
              <a:rPr lang="en-US" sz="1300" b="1" dirty="0">
                <a:solidFill>
                  <a:srgbClr val="1B3A5C"/>
                </a:solidFill>
              </a:rPr>
              <a:t>Beaverton to Gresham</a:t>
            </a:r>
            <a:r>
              <a:rPr lang="en-US" sz="1300" dirty="0">
                <a:solidFill>
                  <a:srgbClr val="1E293B"/>
                </a:solidFill>
              </a:rPr>
              <a:t> — Portland's longest east-west bus route.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Each circle is a stop. Bigger = more boardings.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B3A5C"/>
                </a:solidFill>
              </a:rPr>
              <a:t>Key insight: </a:t>
            </a:r>
            <a:r>
              <a:rPr lang="en-US" sz="1300" dirty="0">
                <a:solidFill>
                  <a:srgbClr val="1E293B"/>
                </a:solidFill>
              </a:rPr>
              <a:t>Downtown Portland and the Lloyd District have the largest circles — the system's highest-demand stops.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77724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11D5E4-C498-436C-8810-BC5ACDDA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00003"/>
            <a:ext cx="5435336" cy="3137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D3FC"/>
                </a:solidFill>
              </a:rPr>
              <a:t>Visualization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High-Speed Bus Locations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DD3FC"/>
                </a:solidFill>
              </a:rPr>
              <a:t>Where are Portland buses traveling at their fastest speeds across the entire network?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8046720" cy="2103120"/>
          </a:xfrm>
          <a:prstGeom prst="rect">
            <a:avLst/>
          </a:prstGeom>
          <a:solidFill>
            <a:srgbClr val="080F1A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FC"/>
                </a:solidFill>
              </a:rPr>
              <a:t>SQL 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latitude, longitude, speed, vehicle_id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breadcrumb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speed &gt; 15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speed DESC LIMIT 2000;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Vinodh Raju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High-Speed Bus Locations Across Portland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731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GPS 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77724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77724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822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&gt; 15 m/s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1234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Min Speed (34 mph)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77724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777240"/>
            <a:ext cx="7315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822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39 m/s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1234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Max Speed (87 mph)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5470" y="123444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Green = fastest  •  Red = slower (&gt; 15 m/s threshold)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02036" y="1763486"/>
            <a:ext cx="2876204" cy="3037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The map reveals Portland's entire road network — just from bus speed data.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You can clearly see: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3A5C"/>
                </a:solidFill>
              </a:rPr>
              <a:t>I-205 corridor (east side)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3A5C"/>
                </a:solidFill>
              </a:rPr>
              <a:t>Barbur Blvd (southwest)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3A5C"/>
                </a:solidFill>
              </a:rPr>
              <a:t>Broadway &amp; Steel Bridges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B3A5C"/>
                </a:solidFill>
              </a:rPr>
              <a:t>Major arterials radiating from downtown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F316C2-480C-427E-B11D-DD6BD77D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755173"/>
            <a:ext cx="5212079" cy="32502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&amp; How We Solved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486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Trip ID Mismatch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070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Problem: StopEvent trip_number (small sequential) didn't match BreadCrumb trip_id (large unique ID) — join returned 0 results.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Solution: Fixed se_publisher.py to extract the real PDX_TRIP ID from HTML &lt;h2&gt; tags.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94560"/>
            <a:ext cx="5486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945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Disk Space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Problem: PostgreSQL ran out of temp space when running large JOIN queries across 30M+ breadcrumb records.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986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Solution: Expanded analysis-test VM disk from 10GB to 20GB via GCP Console.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66160"/>
            <a:ext cx="5486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661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6393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Queue Contamination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502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Problem: Leftover messages from test runs mixed with new data, causing BC_STORED to be inconsistent.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2702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Solution: Purge all Pub/Sub subscriptions before running fresh pipeline tests.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Vinodh Raju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Lessons Learned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Data Integration is Hard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Joining two datasets requires careful key matching. Always verify that shared keys actually refer to the same entities before building queries.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Separate Concerns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Keeping BreadCrumb and StopEvent pipelines separate made debugging much easier. A bug in one pipeline didn't break the other.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Validate Early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325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Running validation before storage saved significant time. Invalid records were caught and logged rather than causing silent DB errors.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B3A5C"/>
                </a:solidFill>
              </a:rPr>
              <a:t>Systemd</a:t>
            </a:r>
            <a:r>
              <a:rPr lang="en-US" sz="1200" b="1" dirty="0">
                <a:solidFill>
                  <a:srgbClr val="1B3A5C"/>
                </a:solidFill>
              </a:rPr>
              <a:t> for Reliability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Running programs as systemd services meant automatic restart on failure and proper logging — essential for overnight automated runs.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Visualization Reveals Patterns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Maps from GPS data revealed Portland's road network structure — insights not obvious from raw numbers alone.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Clean Up Test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Leftover messages in Pub/Sub queues contaminated production runs. Always purge queues before clean pipeline tests.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Neha Marlady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BEAFE"/>
                </a:solidFill>
              </a:rPr>
              <a:t>We would like to thank: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2148840"/>
            <a:ext cx="2743200" cy="2011680"/>
          </a:xfrm>
          <a:prstGeom prst="rect">
            <a:avLst/>
          </a:prstGeom>
          <a:solidFill>
            <a:srgbClr val="0F284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48840"/>
            <a:ext cx="27432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TriMet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BEAFE"/>
                </a:solidFill>
              </a:rPr>
              <a:t>For sharing real-world GPS and passenger data from the Portland transit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148840"/>
            <a:ext cx="2743200" cy="2011680"/>
          </a:xfrm>
          <a:prstGeom prst="rect">
            <a:avLst/>
          </a:prstGeom>
          <a:solidFill>
            <a:srgbClr val="0F284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148840"/>
            <a:ext cx="27432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Prof. Bruce Irvin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606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BEAFE"/>
                </a:solidFill>
              </a:rPr>
              <a:t>For designing this project and providing guidance throughout the semester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743200" cy="2011680"/>
          </a:xfrm>
          <a:prstGeom prst="rect">
            <a:avLst/>
          </a:prstGeom>
          <a:solidFill>
            <a:srgbClr val="0F28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4884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Portland State University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BEAFE"/>
                </a:solidFill>
              </a:rPr>
              <a:t>CS536 Data Engineering — Spring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Team Shazam  •  Vinodh Raju &amp; Neha Marlady  •  Portland State University  • 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932</Words>
  <Application>Microsoft Office PowerPoint</Application>
  <PresentationFormat>On-screen Show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Shazam - Data Engineering Project</dc:title>
  <dc:subject>PptxGenJS Presentation</dc:subject>
  <dc:creator>PptxGenJS</dc:creator>
  <cp:lastModifiedBy>Vinodh Raju</cp:lastModifiedBy>
  <cp:revision>5</cp:revision>
  <dcterms:created xsi:type="dcterms:W3CDTF">2026-06-06T22:21:32Z</dcterms:created>
  <dcterms:modified xsi:type="dcterms:W3CDTF">2026-06-06T23:12:11Z</dcterms:modified>
</cp:coreProperties>
</file>